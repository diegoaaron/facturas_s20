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0414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Presentamos el tercer avance de Facturas S20: el acta del proyecto, el cronograma al corte de la semana 12, los procesos que cubren el alcance, la base de datos de la app y la app funcionando en el teléfono.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Acta del proyecto en su versión básica. El objetivo es el que pidió el docente y coincide con el título. El alcance cubre desde la captura de la factura hasta el reporte y la exportación; la declaración ante la SUNAT queda fuera. El entrenamiento del modelo se hace en una PC del equipo y la app corre sin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Cronograma al corte de hoy, semana 12. Análisis, diseño, el front-end de las 20 pantallas y la base de datos están completos. El reporte PDF y la exportación se adelantaron. Siguen en curso el ajuste fino del modelo y su integración en el teléfono, y empezaron las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proceso propuesto cubre el ciclo completo del mes: la factura se registra al recibirla, la app acumula el total, determina la categoría y la cuota y avisa el vencimiento; al cierre, el titular comparte el reporte con su contador.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 el caso de uso principal. Tiene sus excepciones: foto ilegible, modelo no instalado o sin memoria (pasa al registro manual), campos de baja confianza y factura duplicada. Todo ocurre dentro del teléfono y el guardado es una sola transacción.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Modelo lógico: 13 entidades en tercera forma normal con sus claves y relaciones. El centro es el periodo (mes), que contiene las facturas y tiene una determinación con la categoría vigente. Los parámetros del NRUS están en tablas versionadas, no en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Modelo físico tal como lo crea Room en SQLite: tipos, NOT NULL, claves foráneas e índices. Los montos se guardan en céntimos como INTEGER para no perder precisión; en Java son BigDecimal. Las fotos no van en la base: se guarda la ruta del archivo cifrado.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segunda parte del modelo físico guarda los parámetros del NRUS versionados, el cronograma de vencimientos y el resultado de cada mes. Ahora mostramos la base real en DBeaver: el archivo del teléfono está cifrado y no se abre; la copia legible muestra las tablas con los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app se configura con el RUC del negocio y un PIN, y se abre con PIN o huella. El modelo Gemma 4 se descarga una sola vez después de comprobar la memoria y el espacio; desde ahí lee sin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registro principal: se toma la foto con el encuadre, Gemma 4 lee la factura dentro del teléfono, el usuario revisa los campos (el de baja confianza aparece en ámbar), la app avisa si es duplicada y la guarda.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 las facturas del mes la app suma las compras; el titular ingresa sus ventas y la app aplica la regla del mayor monto para darle la categoría, la cuota y la fecha de vencimiento según su RUC.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 final del mes la app genera el reporte en PDF, cierra el mes y lo guarda en el historial. Si no hay memoria para el modelo, se registra a mano. Los datos se exportan a un ZIP con CSV para revisarlos en una PC.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E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069080" y="502920"/>
            <a:ext cx="4050791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731520"/>
            <a:ext cx="3136392" cy="8348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10725912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Facturas S20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9994392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Aplicación móvil con IA multimodal (Gemma 4) para mejorar la exactitud de la declaración mensual del NRUS en bodegas de S.J.L.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0408" y="3383280"/>
            <a:ext cx="109728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Avance de Proyecto Final 3  ·  Curso Integrador I: Sistemas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0360152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Sección 48935  ·  Docente: Ing. Carlos Alberto Effio Gonzáles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434840"/>
            <a:ext cx="5788152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Lima – Perú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GESTIÓN DEL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Project Charter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155680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Facturas S20: Aplicación móvil con IA multimodal (Gemma 4) para mejorar la exactitud de la declaración mensual del NRUS en bodegas de S.J.L.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Patrocinador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Ing. Carlos Alberto Effio Gonzáles (docente del curso)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Líder y equipo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Diego Damián Valdivia (líder) · Paulo Coronel Obregón · Morán Mateo Velásquez · Fabrizzio Gonzales Maco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Desarrollar una aplicación móvil con IA multimodal (Gemma 4) para mejorar la exactitud de la declaración mensual del NRUS en bodegas de S.J.L.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Captura y lectura de facturas en el teléfono, verificación, acumulado mensual, categoría y cuota, vencimiento, reporte PDF, historial y exportación de datos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Fuera del alcance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Declarar ante la SUNAT, emitir comprobantes, contabilidad completa, iOS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Entregables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APF1 (sem. 4) · APF2 (sem. 8) · APF3 (sem. 12) · informe final y sustentación (sem. 18) · app Android y modelo .litertlm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Criterio de éxito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Total y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categoría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iguales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al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cálculo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de control;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exactitud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≥ 90 %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por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campo;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lectura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≤ 20 s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en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el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teléfono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de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referencia</a:t>
                      </a:r>
                      <a:endParaRPr sz="1200" b="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Restricciones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18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semanas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· S/ 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en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licencias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· al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menos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50 % del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código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en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Java · sin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servidor</a:t>
                      </a:r>
                      <a:endParaRPr sz="1200" b="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Riesgos principales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Ajuste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fino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sin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mejora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suficiente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pérdida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de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exactitud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al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convertir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lectura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lenta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Calibri"/>
                        </a:rPr>
                        <a:t>en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Calibri"/>
                        </a:rPr>
                        <a:t> gama media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GESTIÓN DEL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Diagrama de Gantt al corte de la semana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353545"/>
            <a:ext cx="11384280" cy="43337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50" b="1" i="0">
                <a:solidFill>
                  <a:srgbClr val="404040"/>
                </a:solidFill>
                <a:latin typeface="Calibri"/>
              </a:rPr>
              <a:t>Completo: </a:t>
            </a:r>
            <a:r>
              <a:rPr sz="1250" b="0" i="0">
                <a:solidFill>
                  <a:srgbClr val="404040"/>
                </a:solidFill>
                <a:latin typeface="Calibri"/>
              </a:rPr>
              <a:t>análisis, diseño, pantallas P01–P20, base cifrada, reporte PDF, exportación y avisos.   </a:t>
            </a:r>
            <a:r>
              <a:rPr sz="1250" b="1" i="0">
                <a:solidFill>
                  <a:srgbClr val="404040"/>
                </a:solidFill>
                <a:latin typeface="Calibri"/>
              </a:rPr>
              <a:t>En curso: </a:t>
            </a:r>
            <a:r>
              <a:rPr sz="1250" b="0" i="0">
                <a:solidFill>
                  <a:srgbClr val="404040"/>
                </a:solidFill>
                <a:latin typeface="Calibri"/>
              </a:rPr>
              <a:t>ajuste fino de Gemma 4 y su lectura en el teléfono; pruebas.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DIAGRAMAS DE PROCESOS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Proceso propuesto (TO-BE) con Facturas S20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05199"/>
            <a:ext cx="8321040" cy="382484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15400" y="1325880"/>
            <a:ext cx="2834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15400" y="1325880"/>
            <a:ext cx="283464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1463039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Alcance 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783080"/>
            <a:ext cx="2560320" cy="1051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RF-01 a RF-08 registro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RF-09 a RF-14 NRUS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RF-15 a RF-17 reporte y cierre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RF-21 exportación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3246120"/>
            <a:ext cx="2834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15400" y="3246120"/>
            <a:ext cx="283464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3383279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Alcance no funcional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703320"/>
            <a:ext cx="2560320" cy="1051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RNF-03 total exacto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RNF-09 tres toques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RNF-12 sin conexión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RNF-14 datos en el teléfono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DIAGRAMAS DE PROCESOS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Subproceso «Registrar factura con IA»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55241"/>
            <a:ext cx="8321040" cy="392475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15400" y="1325880"/>
            <a:ext cx="2834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15400" y="1325880"/>
            <a:ext cx="283464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1463039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Alcance 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783080"/>
            <a:ext cx="2560320" cy="13258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RF-01 a RF-03 captura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RF-04 lectura en el teléfono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RF-05 y RF-06 verificación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RF-07 duplicados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RF-08 total del 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3520440"/>
            <a:ext cx="2834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15400" y="3520440"/>
            <a:ext cx="283464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3657600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Alcance no funcional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977639"/>
            <a:ext cx="2560320" cy="13258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RNF-01, 02 exactitud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RNF-04, 05 tiempo y memoria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RNF-09, 10 usabilidad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RNF-12, 14 sin red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RNF-13 transacción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BASE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Modelo lógico de la base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0531" y="1234440"/>
            <a:ext cx="8266176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BASE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Modelo físico (1/2): registro de facturas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563510"/>
            <a:ext cx="11384280" cy="38681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50" b="0" i="0">
                <a:solidFill>
                  <a:srgbClr val="404040"/>
                </a:solidFill>
                <a:latin typeface="Calibri"/>
              </a:rPr>
              <a:t>SQLite + Room 2.8 · base cifrada completa con SQLCipher 4 (AES-256); la clave la protege el Android Keystore · montos en céntimos (INTEGER) · fechas ISO-8601 (TEXT)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BASE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Modelo físico (2/2): parámetros y determinación del NRUS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354312"/>
            <a:ext cx="7863840" cy="292661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1325880"/>
            <a:ext cx="32461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503920" y="1325880"/>
            <a:ext cx="324612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1080" y="1463039"/>
            <a:ext cx="2971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Revisión en DBeaver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1783080"/>
            <a:ext cx="297180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facturas_cifrada.db: el archivo del teléfono; sin la clave no abre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facturas_legible.db: copia exportada dentro de la app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Se genera con copiar_base.ps1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3749039"/>
            <a:ext cx="3246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03920" y="3749039"/>
            <a:ext cx="324612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3886200"/>
            <a:ext cx="2971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Seguridad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4206240"/>
            <a:ext cx="2971800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Base cifrada con SQLCipher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Clave en el Android Keystore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Fotos cifradas con AES-GCM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Sin copias automáticas a la nube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Acceso con PIN o huella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LA APP EN EL TELÉFONO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Acceso y preparación del lector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842390" y="1289304"/>
            <a:ext cx="2109978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966" y="1325880"/>
            <a:ext cx="2036826" cy="4526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43600"/>
            <a:ext cx="2788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P01 Configuración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1310" y="1289304"/>
            <a:ext cx="2109978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886" y="1325880"/>
            <a:ext cx="2036826" cy="4526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1839" y="5943600"/>
            <a:ext cx="2788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P02 Acceso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20230" y="1289304"/>
            <a:ext cx="2109978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806" y="1325880"/>
            <a:ext cx="2036826" cy="4526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80759" y="5943600"/>
            <a:ext cx="2788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P03 Modelo instalado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09151" y="1289304"/>
            <a:ext cx="2109978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5726" y="1325880"/>
            <a:ext cx="2036826" cy="4526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69680" y="5943600"/>
            <a:ext cx="2788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P04 Inicio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LA APP EN EL TELÉFONO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Registro de una factura con Gemma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353819"/>
            <a:ext cx="2011680" cy="4470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P06 Cámara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353819"/>
            <a:ext cx="2011680" cy="447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34056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P07 Lectura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38344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1353819"/>
            <a:ext cx="2011680" cy="4470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192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P08 Verificación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353819"/>
            <a:ext cx="2011680" cy="447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96328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P09 Duplicado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0616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37192" y="1353819"/>
            <a:ext cx="2011680" cy="4470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27464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P10 Guardada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LA APP EN EL TELÉFONO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Control de facturas y determinación del NRUS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353819"/>
            <a:ext cx="2011680" cy="4470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P11 Facturas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353819"/>
            <a:ext cx="2011680" cy="447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34056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P12 Anulación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38344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1353819"/>
            <a:ext cx="2011680" cy="4470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192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P13 Ventas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353819"/>
            <a:ext cx="2011680" cy="447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96328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P14 Categoría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0616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37192" y="1353819"/>
            <a:ext cx="2011680" cy="4470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27464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P15 Vencimiento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LA APP EN EL TELÉFONO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Reporte, historial, ajustes y exportación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Facturas S20  ·  Avance de Proyecto Final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353819"/>
            <a:ext cx="2011680" cy="4470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P16 Reporte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353819"/>
            <a:ext cx="2011680" cy="447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34056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P17 Cierre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38344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1353819"/>
            <a:ext cx="2011680" cy="4470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192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P18 Ajustes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353819"/>
            <a:ext cx="2011680" cy="447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96328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P19 Registro manual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0616" y="1317243"/>
            <a:ext cx="2084832" cy="454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37192" y="1353819"/>
            <a:ext cx="2011680" cy="4470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27464" y="5943600"/>
            <a:ext cx="223113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P20 Exportar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1392</Words>
  <Application>Microsoft Office PowerPoint</Application>
  <PresentationFormat>Panorámica</PresentationFormat>
  <Paragraphs>140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ALUMNO - Diego Aaron DAMIAN VALDIVIA</cp:lastModifiedBy>
  <cp:revision>2</cp:revision>
  <dcterms:created xsi:type="dcterms:W3CDTF">2013-01-27T09:14:16Z</dcterms:created>
  <dcterms:modified xsi:type="dcterms:W3CDTF">2026-10-27T21:28:35Z</dcterms:modified>
  <cp:category/>
</cp:coreProperties>
</file>
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el tercer avance de Facturas S20: el acta del proyecto, el cronograma al corte de la semana 12, los procesos que cubren el alcance, la base de datos de la app y la app funcionando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Acta del proyecto en su versión básica. El objetivo es el que pidió el docente y coincide con el título. El alcance cubre desde la captura de la factura hasta el reporte y la exportación; la declaración ante la SUNAT queda fuera. El entrenamiento del modelo se hace en una PC del equipo y la app corre sin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Cronograma al corte de hoy, semana 12. Análisis, diseño, el front-end de las 20 pantallas y la base de datos están completos. El reporte PDF y la exportación se adelantaron. Siguen en curso el ajuste fino del modelo y su integración en el teléfono, y empezaron las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proceso propuesto cubre el ciclo completo del mes: la factura se registra al recibirla, la app acumula el total, determina la categoría y la cuota y avisa el vencimiento; al cierre, el titular comparte el reporte con su contador.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caso de uso principal. Tiene sus excepciones: foto ilegible, modelo no instalado o sin memoria (pasa al registro manual), campos de baja confianza y factura duplicada. Todo ocurre dentro del teléfono y el guardado es una sola transacción.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cierre mensual cubre la parte del NRUS: ventas, categoría, cuota, avisos, vencimiento, reporte y cierre del mes. La publicación del modelo cubre cómo llega el modelo ajustado al teléfono: se evalúa contra el base, se convierte y la app lo descarga una sola vez y verifica su huella.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matriz resume qué proceso cubre cada requerimiento. Los 22 funcionales y los 19 no funcionales quedan cubiertos. El acceso con PIN o huella y la anulación son transversales: no tienen diagrama propio y se ven en las pantallas P01, P02 y P12.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lógico: 13 entidades en tercera forma normal con sus claves y relaciones. El centro es el periodo (mes), que contiene las facturas y tiene una determinación con la categoría vigente. Los parámetros del NRUS están en tablas versionadas, no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físico tal como lo crea Room en SQLite: tipos, NOT NULL, claves foráneas e índices. Los montos se guardan en céntimos como INTEGER para no perder precisión; en Java son BigDecimal. Las fotos no van en la base: se guarda la ruta del archivo cifrado.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segunda parte del modelo físico guarda los parámetros del NRUS versionados, el cronograma de vencimientos y el resultado de cada mes. Ahora mostramos la base real en DBeaver: el archivo del teléfono está cifrado y no se abre; la copia legible muestra las tablas con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app se configura con el RUC del negocio y un PIN, y se abre con PIN o huella. El modelo Gemma 4 se descarga una sola vez después de comprobar la memoria y el espacio; desde ahí lee sin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registro principal: se toma la foto con el encuadre, Gemma 4 lee la factura dentro del teléfono, el usuario revisa los campos (el de baja confianza aparece en ámbar), la app avisa si es duplicada y la guarda.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 las facturas del mes la app suma las compras; el titular ingresa sus ventas y la app aplica la regla del mayor monto para darle la categoría, la cuota y la fecha de vencimiento según su RUC.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final del mes la app genera el reporte en PDF, cierra el mes y lo guarda en el historial. Si no hay memoria para el modelo, se registra a mano. Los datos se exportan a un ZIP con CSV para revisarlos en una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502920"/>
            <a:ext cx="4050791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731520"/>
            <a:ext cx="3136392" cy="834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72591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Facturas S20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9439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Aplicación móvil con IA multimodal (Gemma 4) para mejorar la exactitud de la declaración mensual del NRUS en bodegas de S.J.L.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0408" y="3383280"/>
            <a:ext cx="10972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015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Avance de Proyecto Final 3  ·  Curso Integrador I: Sistemas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Sección 48935  ·  Docente: Ing. Carlos Alberto Effio Gonzáles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34840"/>
            <a:ext cx="5788152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Lima – Perú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GESTIÓN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Project Charter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Proyecto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Facturas S20: Aplicación móvil con IA multimodal (Gemma 4) para mejorar la exactitud de la declaración mensual del NRUS en bodegas de S.J.L.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Patrocinador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Ing. Carlos Alberto Effio Gonzáles (docente del curso)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Líder y equipo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Diego Damián Valdivia (líder) · Paulo Coronel Obregón · Morán Mateo Velásquez · Fabrizzio Gonzales Maco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Desarrollar una aplicación móvil con IA multimodal (Gemma 4) para mejorar la exactitud de la declaración mensual del NRUS en bodegas de S.J.L.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Alcance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Captura y lectura de facturas en el teléfono, verificación, acumulado mensual, categoría y cuota, vencimiento, reporte PDF, historial y exportación de datos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Fuera del alcance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Declarar ante la SUNAT, emitir comprobantes, contabilidad completa, iOS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Entregables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APF1 (sem. 4) · APF2 (sem. 8) · APF3 (sem. 12) · informe final y sustentación (sem. 18) · app Android y modelo .litertlm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Criterio de éxito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Total y categoría iguales al cálculo de control; exactitud ≥ 90 % por campo; lectura ≤ 20 s en el teléfono de referencia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Restricciones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18 semanas · S/ 0 en licencias · al menos 50 % del código en Java · sin servidor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Riesgos principales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Ajuste fino sin mejora suficiente · pérdida de exactitud al convertir · lectura lenta en gama media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GESTIÓN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Diagrama de Gantt al corte de la semana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353545"/>
            <a:ext cx="11384280" cy="4333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404040"/>
                </a:solidFill>
                <a:latin typeface="Calibri"/>
              </a:rPr>
              <a:t>Completo: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análisis, diseño, pantallas P01–P20, base cifrada, reporte PDF, exportación y avisos.   </a:t>
            </a:r>
            <a:r>
              <a:rPr sz="1250" b="1" i="0">
                <a:solidFill>
                  <a:srgbClr val="404040"/>
                </a:solidFill>
                <a:latin typeface="Calibri"/>
              </a:rPr>
              <a:t>En curso: </a:t>
            </a:r>
            <a:r>
              <a:rPr sz="1250" b="0" i="0">
                <a:solidFill>
                  <a:srgbClr val="404040"/>
                </a:solidFill>
                <a:latin typeface="Calibri"/>
              </a:rPr>
              <a:t>ajuste fino de Gemma 4 y su lectura en el teléfono; pruebas.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DIAGRAMAS DE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Proceso propuesto (TO-BE) con Facturas S20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905199"/>
            <a:ext cx="8321040" cy="38248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15400" y="13258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15400" y="1325880"/>
            <a:ext cx="283464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6303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Alcance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783080"/>
            <a:ext cx="25603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RF-01 a RF-08 registro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RF-09 a RF-14 NRUS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RF-15 a RF-17 reporte y cierre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RF-21 exportación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324612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3246120"/>
            <a:ext cx="28346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38327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Alcance no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703320"/>
            <a:ext cx="25603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RNF-03 total exacto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RNF-09 tres toques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RNF-12 sin conexión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RNF-14 datos en el teléfono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DIAGRAMAS DE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Subproceso «Registrar factura con IA»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55241"/>
            <a:ext cx="8321040" cy="392475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15400" y="1325880"/>
            <a:ext cx="2834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15400" y="1325880"/>
            <a:ext cx="283464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6303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Alcance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783080"/>
            <a:ext cx="2560320" cy="1325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RF-01 a RF-03 captura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RF-04 lectura en el teléfono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RF-05 y RF-06 verificación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RF-07 duplicados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RF-08 total del 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3520440"/>
            <a:ext cx="2834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15400" y="3520440"/>
            <a:ext cx="28346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6576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Alcance no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977639"/>
            <a:ext cx="2560320" cy="1325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RNF-01, 02 exactitud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RNF-04, 05 tiempo y memoria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RNF-09, 10 usabilidad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RNF-12, 14 sin red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RNF-13 transacción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DIAGRAMAS DE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Subprocesos de cierre mensual y de publicación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372" y="1234440"/>
            <a:ext cx="6819254" cy="2514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916" y="3840480"/>
            <a:ext cx="6242166" cy="2514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915400" y="12344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5400" y="1234440"/>
            <a:ext cx="283464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3716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Cierre mensual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691640"/>
            <a:ext cx="25603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RF-09 a RF-17, RF-21, RF-22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RNF-03 total exacto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RNF-08 reporte PDF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RNF-17, 18 reglas del NRUS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8404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3840480"/>
            <a:ext cx="28346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97764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Publicación del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297680"/>
            <a:ext cx="25603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RF-20 instalar y actualizar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RNF-06, 07 tamaño y equipo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RNF-16 descarga verificada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RNF-19 cambiar el modelo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DIAGRAMAS DE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Cobertura del alcance funcional y no funcional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Requerimientos funcionales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Requerimientos no funcionales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Proceso propuesto (TO-BE)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RF-01 a RF-17, RF-21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RNF-03, RNF-09, RNF-12, RNF-14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Registrar factura con IA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RF-01 a RF-08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RNF-01, 02, 04, 05, 09, 10, 12, 13, 14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Cierre mensual y declaración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RF-09 a RF-17, RF-21, RF-22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RNF-03, 08, 13, 17, 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Publicar y actualizar el modelo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RF-20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RNF-01, 02, 06, 07, 16, 19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Transversal: acceso y anulación (P01, P02, P12)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RF-18, RF-19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RNF-11, RNF-15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Total cubierto</a:t>
                      </a:r>
                    </a:p>
                  </a:txBody>
                  <a:tcPr marL="54864" marR="54864" marT="18288" marB="18288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22 de 22 (100 %)</a:t>
                      </a:r>
                    </a:p>
                  </a:txBody>
                  <a:tcPr marL="54864" marR="54864" marT="18288" marB="18288" anchor="ctr"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19 de 19 (100 %)</a:t>
                      </a:r>
                    </a:p>
                  </a:txBody>
                  <a:tcPr marL="54864" marR="54864" marT="18288" marB="18288" anchor="ctr">
                    <a:solidFill>
                      <a:srgbClr val="E3F1E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Funcional: </a:t>
            </a:r>
            <a:r>
              <a:rPr sz="1300" b="0" i="0">
                <a:solidFill>
                  <a:srgbClr val="404040"/>
                </a:solidFill>
                <a:latin typeface="Calibri"/>
              </a:rPr>
              <a:t>lo que hace la app (registrar, calcular, avisar, reportar, exportar).</a:t>
            </a:r>
          </a:p>
          <a:p>
            <a:pPr algn="l"/>
            <a:r>
              <a:rPr sz="1300" b="1" i="0">
                <a:solidFill>
                  <a:srgbClr val="404040"/>
                </a:solidFill>
                <a:latin typeface="Calibri"/>
              </a:rPr>
              <a:t>No funcional: </a:t>
            </a:r>
            <a:r>
              <a:rPr sz="1300" b="0" i="0">
                <a:solidFill>
                  <a:srgbClr val="404040"/>
                </a:solidFill>
                <a:latin typeface="Calibri"/>
              </a:rPr>
              <a:t>cómo lo hace: exactitud, tiempo, memoria, sin conexión, cifrado y reglas mantenibles.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Modelo lógico de la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531" y="1234440"/>
            <a:ext cx="8266176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Modelo físico (1/2): registro de facturas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63510"/>
            <a:ext cx="11384280" cy="38681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Calibri"/>
              </a:rPr>
              <a:t>SQLite + Room 2.8 · base cifrada completa con SQLCipher 4 (AES-256); la clave la protege el Android Keystore · montos en céntimos (INTEGER) · fechas ISO-8601 (TEXT)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Modelo físico (2/2): parámetros y determinación del NRUS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54312"/>
            <a:ext cx="7863840" cy="292661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1325880"/>
            <a:ext cx="3246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1325880"/>
            <a:ext cx="324612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463039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Revisión en DBeaver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783080"/>
            <a:ext cx="297180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facturas_cifrada.db: el archivo del teléfono; sin la clave no abre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facturas_legible.db: copia exportada dentro de la app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Se genera con copiar_base.ps1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749039"/>
            <a:ext cx="32461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3749039"/>
            <a:ext cx="32461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886200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Seguridad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206240"/>
            <a:ext cx="297180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Base cifrada con SQLCipher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Clave en el Android Keystore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Fotos cifradas con AES-GCM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Sin copias automáticas a la nube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Acceso con PIN o huella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LA APP EN EL TELÉFONO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Acceso y preparación del lector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42390" y="1289304"/>
            <a:ext cx="210997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66" y="1325880"/>
            <a:ext cx="2036826" cy="4526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P01 Configuración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1310" y="1289304"/>
            <a:ext cx="210997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886" y="1325880"/>
            <a:ext cx="2036826" cy="452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91839" y="5943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P02 Acceso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0230" y="1289304"/>
            <a:ext cx="210997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806" y="1325880"/>
            <a:ext cx="2036826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59" y="5943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P03 Modelo instalado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09151" y="1289304"/>
            <a:ext cx="210997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5726" y="1325880"/>
            <a:ext cx="2036826" cy="4526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69680" y="5943600"/>
            <a:ext cx="2788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P04 Inicio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LA APP EN EL TELÉFONO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Registro de una factura con Gemma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353819"/>
            <a:ext cx="2011680" cy="447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P06 Cámara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1353819"/>
            <a:ext cx="2011680" cy="447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34056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P07 Lectura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353819"/>
            <a:ext cx="2011680" cy="447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65192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P08 Verificación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353819"/>
            <a:ext cx="2011680" cy="447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96328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P09 Duplicado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0616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2" y="1353819"/>
            <a:ext cx="2011680" cy="4470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27464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P10 Guardada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LA APP EN EL TELÉFONO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Control de facturas y determinación del NRUS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353819"/>
            <a:ext cx="2011680" cy="447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P11 Facturas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1353819"/>
            <a:ext cx="2011680" cy="447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34056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P12 Anulación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353819"/>
            <a:ext cx="2011680" cy="447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65192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P13 Ventas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353819"/>
            <a:ext cx="2011680" cy="447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96328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P14 Categoría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0616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2" y="1353819"/>
            <a:ext cx="2011680" cy="4470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27464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P15 Vencimiento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LA APP EN EL TELÉFONO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Reporte, historial, ajustes y exportación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Facturas S20  ·  Avance de Proyecto Final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353819"/>
            <a:ext cx="2011680" cy="447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P16 Reporte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784" y="1353819"/>
            <a:ext cx="2011680" cy="4470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34056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P17 Cierre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353819"/>
            <a:ext cx="2011680" cy="447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65192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P18 Ajustes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1353819"/>
            <a:ext cx="2011680" cy="447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96328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P19 Registro manual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0616" y="1317243"/>
            <a:ext cx="2084832" cy="454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2" y="1353819"/>
            <a:ext cx="2011680" cy="4470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27464" y="5943600"/>
            <a:ext cx="223113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P20 Exportar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